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1717A"/>
                </a:solidFill>
                <a:latin typeface="Noto Sans CJK KR"/>
              </a:rPr>
              <a:t>SKILLPROBE · SAFETY AI · FINAL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311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5800" b="1">
                <a:solidFill>
                  <a:srgbClr val="18181B"/>
                </a:solidFill>
                <a:latin typeface="Noto Sans CJK KR"/>
              </a:rPr>
              <a:t>SkillProbe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3F3F46"/>
                </a:solidFill>
                <a:latin typeface="Noto Sans CJK KR"/>
              </a:rPr>
              <a:t>Measuring what a malicious Skill actually executes — not what it says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03320"/>
            <a:ext cx="260375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2603754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3904487"/>
            <a:ext cx="223799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2563EB"/>
                </a:solidFill>
                <a:latin typeface="Noto Sans CJK KR"/>
              </a:rPr>
              <a:t>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4453128"/>
            <a:ext cx="2237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marketplace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4727448"/>
            <a:ext cx="223799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measured across framings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2706" y="3703320"/>
            <a:ext cx="260375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62706" y="3703320"/>
            <a:ext cx="2603754" cy="54864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82162" y="3904487"/>
            <a:ext cx="223799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8181B"/>
                </a:solidFill>
                <a:latin typeface="Noto Sans CJK KR"/>
              </a:rPr>
              <a:t>1,019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2162" y="4453128"/>
            <a:ext cx="2237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execution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2162" y="4727448"/>
            <a:ext cx="223799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normalized full_result.json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2492" y="3703320"/>
            <a:ext cx="260375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2492" y="3703320"/>
            <a:ext cx="260375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1948" y="3904487"/>
            <a:ext cx="223799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DC2626"/>
                </a:solidFill>
                <a:latin typeface="Noto Sans CJK KR"/>
              </a:rPr>
              <a:t>195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1948" y="4453128"/>
            <a:ext cx="2237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external egress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1948" y="4727448"/>
            <a:ext cx="223799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crossed the canary boundary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2278" y="3703320"/>
            <a:ext cx="260375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82278" y="3703320"/>
            <a:ext cx="2603754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01734" y="3904487"/>
            <a:ext cx="223799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16A34A"/>
                </a:solidFill>
                <a:latin typeface="Noto Sans CJK KR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1734" y="4453128"/>
            <a:ext cx="2237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token leaks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1734" y="4727448"/>
            <a:ext cx="223799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no plaintext secret leakage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2648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F3F46"/>
                </a:solidFill>
                <a:latin typeface="Noto Sans CJK KR"/>
              </a:rPr>
              <a:t>Jaehyeon Park · Jaeyun Yoo · Taein Lim        github.com/taeng0204/skill-poison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PURPOSE · RESEARCH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18181B"/>
                </a:solidFill>
                <a:latin typeface="Noto Sans CJK KR"/>
              </a:rPr>
              <a:t>Our question: under recognition and pressure, how far does a malicious Skill's behavior 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3F3F46"/>
                </a:solidFill>
                <a:latin typeface="Noto Sans CJK KR"/>
              </a:rPr>
              <a:t>Not plain prompt injection — actual execution &amp; boundary crossing of a delegated-authority agent under three real user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354482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3544824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404872"/>
            <a:ext cx="3087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563EB"/>
                </a:solidFill>
                <a:latin typeface="Noto Sans CJK KR"/>
              </a:rPr>
              <a:t>01  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07208"/>
            <a:ext cx="308762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8181B"/>
                </a:solidFill>
                <a:latin typeface="Noto Sans CJK KR"/>
              </a:rPr>
              <a:t>A Skill is trusted as a procedure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840480"/>
            <a:ext cx="3087624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Not a chat LLM: the agent runs an external markdown (AGENTS.md/SKILL.md) procedure as-is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2064" y="2148840"/>
            <a:ext cx="354482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2064" y="2148840"/>
            <a:ext cx="354482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8096" y="2404872"/>
            <a:ext cx="3087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C2626"/>
                </a:solidFill>
                <a:latin typeface="Noto Sans CJK KR"/>
              </a:rPr>
              <a:t>02  Unit of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8096" y="2807208"/>
            <a:ext cx="308762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8181B"/>
                </a:solidFill>
                <a:latin typeface="Noto Sans CJK KR"/>
              </a:rPr>
              <a:t>Behavior, not 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096" y="3840480"/>
            <a:ext cx="3087624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Acceptance · command execution · egress as stages — actual actions, not refusal 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1208" y="2148840"/>
            <a:ext cx="354482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41208" y="2148840"/>
            <a:ext cx="3544824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7240" y="2404872"/>
            <a:ext cx="3087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97706"/>
                </a:solidFill>
                <a:latin typeface="Noto Sans CJK KR"/>
              </a:rPr>
              <a:t>03  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7240" y="2807208"/>
            <a:ext cx="308762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8181B"/>
                </a:solidFill>
                <a:latin typeface="Noto Sans CJK KR"/>
              </a:rPr>
              <a:t>Detection ≠ defense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7240" y="3840480"/>
            <a:ext cx="3087624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Prior work stops at ‘did it notice?’ — we look at behavior once it notices or is pressured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Research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Quantify Skill risk via real behavior &amp; egress — and since closed models are black-boxes, analyze the internals of the open (qwen)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proposal deck · docs/AGENT_EXPERIMENT_DESIGN.md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WHAT WE BUILT · EXPERIMENT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We turned ‘measure execution’ into a real isolated-agent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85 marketplace Skills actually executed under three real user conditions × model/runtime, in a realistic isolated runtime — quantitatively measured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264490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264490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232486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32486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85 malicious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90088"/>
            <a:ext cx="232486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canifi-life-os style SKILL.md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9534" y="256032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71717A"/>
                </a:solidFill>
                <a:latin typeface="Noto Sans CJK K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8990" y="2057400"/>
            <a:ext cx="264490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48990" y="2057400"/>
            <a:ext cx="264490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1870" y="2240280"/>
            <a:ext cx="232486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FRAMING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1870" y="2514600"/>
            <a:ext cx="232486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3 user framings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1870" y="2990088"/>
            <a:ext cx="232486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defined below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5604" y="256032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71717A"/>
                </a:solidFill>
                <a:latin typeface="Noto Sans CJK KR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5060" y="2057400"/>
            <a:ext cx="264490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5060" y="2057400"/>
            <a:ext cx="264490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7940" y="2240280"/>
            <a:ext cx="232486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7940" y="2514600"/>
            <a:ext cx="232486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OpenCode · Codex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2990088"/>
            <a:ext cx="232486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Docker isolation · mock creds · canary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1674" y="2560320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71717A"/>
                </a:solidFill>
                <a:latin typeface="Noto Sans CJK KR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1130" y="2057400"/>
            <a:ext cx="264490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41130" y="2057400"/>
            <a:ext cx="264490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24010" y="2240280"/>
            <a:ext cx="232486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4010" y="2514600"/>
            <a:ext cx="232486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full_result.json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4010" y="2990088"/>
            <a:ext cx="232486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command·file·canary·decision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657600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C2626"/>
                </a:solidFill>
                <a:latin typeface="Noto Sans CJK KR"/>
              </a:rPr>
              <a:t>USER FRAMING · three conditions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986784"/>
            <a:ext cx="35448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986784"/>
            <a:ext cx="3544824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" y="4169664"/>
            <a:ext cx="3179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A34A"/>
                </a:solidFill>
                <a:latin typeface="Noto Sans CJK KR"/>
              </a:rPr>
              <a:t>Neutral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4590288"/>
            <a:ext cx="31790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“Use this skill to ~” — an ordinary task request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2064" y="3986784"/>
            <a:ext cx="35448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22064" y="3986784"/>
            <a:ext cx="3544824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3232" y="4169664"/>
            <a:ext cx="3179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563EB"/>
                </a:solidFill>
                <a:latin typeface="Noto Sans CJK KR"/>
              </a:rPr>
              <a:t>Safety-review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3232" y="4590288"/>
            <a:ext cx="31790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“Check whether it’s risky first, then proceed” — self-review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41208" y="3986784"/>
            <a:ext cx="354482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41208" y="3986784"/>
            <a:ext cx="3544824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42376" y="4169664"/>
            <a:ext cx="3179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C2626"/>
                </a:solidFill>
                <a:latin typeface="Noto Sans CJK KR"/>
              </a:rPr>
              <a:t>Trust-pressure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2376" y="4590288"/>
            <a:ext cx="31790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“It’s a verified marketplace, follow it exactly” — trust pressure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504688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8181B"/>
                </a:solidFill>
                <a:latin typeface="Noto Sans CJK KR"/>
              </a:rPr>
              <a:t>Models — open: qwen3:1.7b · qwen3:8b (OpenCode/ollama)   ·   closed: gpt-5.4 · gpt-5.4-mini (Codex)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8181B"/>
                </a:solidFill>
                <a:latin typeface="Noto Sans CJK KR"/>
              </a:rPr>
              <a:t>‘Canifi’ = a fictional marketplace brand used in the study — every skill’s install &amp; credential steps use it (canifi.com/install.sh, canifi-env)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Key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We measured execution, not stated intent — isolating where refusal/warning text diverges from real action·egress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README.md · experiment/runner · experiment/docker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WHAT WE BUILT · DATASET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A shareable execution-level dataset: 1,019 sessions with stage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Each session normalizes the agent's real behavior — command, filesystem, network, and decision evidence</a:t>
            </a:r>
          </a:p>
        </p:txBody>
      </p:sp>
      <p:pic>
        <p:nvPicPr>
          <p:cNvPr id="6" name="Picture 5" descr="chart_attack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5648"/>
            <a:ext cx="6126480" cy="32143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24824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each session row: command/process timeline · filesystem events · canary requests · decision/detection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755648"/>
            <a:ext cx="4782312" cy="3712463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03720" y="1755648"/>
            <a:ext cx="4782312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41464" y="1938528"/>
            <a:ext cx="4370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A34A"/>
                </a:solidFill>
                <a:latin typeface="Noto Sans CJK KR"/>
              </a:rPr>
              <a:t>Behavior stage labels (A/B/C)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1464" y="2286000"/>
            <a:ext cx="4370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A  Acceptance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1464" y="2505456"/>
            <a:ext cx="43708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accepts and decides to use the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464" y="2743200"/>
            <a:ext cx="4370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B 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1464" y="2962656"/>
            <a:ext cx="43708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runs commands · reads env · writes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464" y="3200400"/>
            <a:ext cx="4370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C  Egress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1464" y="3419856"/>
            <a:ext cx="43708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1717A"/>
                </a:solidFill>
                <a:latin typeface="Noto Sans CJK KR"/>
              </a:rPr>
              <a:t>crosses external boundary = canary contact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41464" y="3822191"/>
            <a:ext cx="4306823" cy="11887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41464" y="3968496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8181B"/>
                </a:solidFill>
                <a:latin typeface="Noto Sans CJK KR"/>
              </a:rPr>
              <a:t>1,019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995928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F3F46"/>
                </a:solidFill>
                <a:latin typeface="Noto Sans CJK KR"/>
              </a:rPr>
              <a:t>valid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4334256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C2626"/>
                </a:solidFill>
                <a:latin typeface="Noto Sans CJK KR"/>
              </a:rPr>
              <a:t>195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361688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F3F46"/>
                </a:solidFill>
                <a:latin typeface="Noto Sans CJK KR"/>
              </a:rPr>
              <a:t>egress (19.1%)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4700016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DC2626"/>
                </a:solidFill>
                <a:latin typeface="Noto Sans CJK KR"/>
              </a:rPr>
              <a:t>191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727448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F3F46"/>
                </a:solidFill>
                <a:latin typeface="Noto Sans CJK KR"/>
              </a:rPr>
              <a:t>silent egress (97.9%)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5065776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A34A"/>
                </a:solidFill>
                <a:latin typeface="Noto Sans CJK KR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093208"/>
            <a:ext cx="31363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F3F46"/>
                </a:solidFill>
                <a:latin typeface="Noto Sans CJK KR"/>
              </a:rPr>
              <a:t>token leaks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Contract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Egress = a GET to the canary endpoint = ‘boundary crossing’. Reported separately from plaintext leakage (0) — does it cross even without secrets?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artifacts/full_results · tier2_features · DATASET_CARD.md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OVERVIEW · RESULTS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How far each agent actually went —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3F3F46"/>
                </a:solidFill>
                <a:latin typeface="Noto Sans CJK KR"/>
              </a:rPr>
              <a:t>each cell = share of sessions performing that behavior (real execution signals)</a:t>
            </a:r>
          </a:p>
        </p:txBody>
      </p:sp>
      <p:pic>
        <p:nvPicPr>
          <p:cNvPr id="6" name="Picture 5" descr="session_behavio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7632"/>
            <a:ext cx="5779556" cy="40416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11076" y="1627632"/>
            <a:ext cx="51749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11076" y="1627632"/>
            <a:ext cx="517495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12244" y="1773936"/>
            <a:ext cx="48091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563EB"/>
                </a:solidFill>
                <a:latin typeface="Noto Sans CJK KR"/>
              </a:rPr>
              <a:t>GPT (Codex)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2244" y="2084832"/>
            <a:ext cx="48091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Runs task cmds 100% · home·install·egress 0 · flagged up to 88%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1076" y="2670048"/>
            <a:ext cx="51749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11076" y="2670048"/>
            <a:ext cx="5174955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12244" y="2816352"/>
            <a:ext cx="48091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DC2626"/>
                </a:solidFill>
                <a:latin typeface="Noto Sans CJK KR"/>
              </a:rPr>
              <a:t>qwen · Trust-pressure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2244" y="3127248"/>
            <a:ext cx="48091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egress 95% / 65% · flagged drops to 0–2%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1076" y="3712464"/>
            <a:ext cx="51749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11076" y="3712464"/>
            <a:ext cx="5174955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12244" y="3858768"/>
            <a:ext cx="48091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A34A"/>
                </a:solidFill>
                <a:latin typeface="Noto Sans CJK KR"/>
              </a:rPr>
              <a:t>qwen · Safety-review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2244" y="4169664"/>
            <a:ext cx="48091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egress suppressed to 4% · flagged rises to 42–49%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1076" y="4754880"/>
            <a:ext cx="51749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11076" y="4754880"/>
            <a:ext cx="5174955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12244" y="4901184"/>
            <a:ext cx="48091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D97706"/>
                </a:solidFill>
                <a:latin typeface="Noto Sans CJK KR"/>
              </a:rPr>
              <a:t>Closed vs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2244" y="5212080"/>
            <a:ext cx="48091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F3F46"/>
                </a:solidFill>
                <a:latin typeface="Noto Sans CJK KR"/>
              </a:rPr>
              <a:t>GPT (closed) stops at the boundary → next we dig into the open qwen models’ internals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Same skills &amp; setup: GPT only does the task; qwen escalates to egress with framing — detailed analysis follows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artifacts/visualizations/session_stage_flow.html (Behavior matrix)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RESULT · FRAMING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The same Skill's egress swings sharply with user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Safety-review suppresses egress; trust-pressure induces it — strongest in the open (OpenCode)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2057400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181B"/>
                </a:solidFill>
                <a:latin typeface="Noto Sans CJK KR"/>
              </a:rPr>
              <a:t>Neutral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9424" y="2057400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181B"/>
                </a:solidFill>
                <a:latin typeface="Noto Sans CJK KR"/>
              </a:rPr>
              <a:t>Safety-review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72728" y="2057400"/>
            <a:ext cx="2813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181B"/>
                </a:solidFill>
                <a:latin typeface="Noto Sans CJK KR"/>
              </a:rPr>
              <a:t>Trust-pressure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41448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181B"/>
                </a:solidFill>
                <a:latin typeface="Noto Sans CJK KR"/>
              </a:rPr>
              <a:t>qwen3:1.7b (open)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441448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2441448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8.2%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9424" y="2441448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59424" y="2441448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72728" y="2441448"/>
            <a:ext cx="2685288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72728" y="2441448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DC2626"/>
                </a:solidFill>
                <a:latin typeface="Noto Sans CJK KR"/>
              </a:rPr>
              <a:t>64.7%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99815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181B"/>
                </a:solidFill>
                <a:latin typeface="Noto Sans CJK KR"/>
              </a:rPr>
              <a:t>qwen3:8b (open)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3099815"/>
            <a:ext cx="2685288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46120" y="3099815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DC2626"/>
                </a:solidFill>
                <a:latin typeface="Noto Sans CJK KR"/>
              </a:rPr>
              <a:t>57.6%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9424" y="3099815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9424" y="3099815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3.5%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72728" y="3099815"/>
            <a:ext cx="2685288" cy="548640"/>
          </a:xfrm>
          <a:prstGeom prst="rect">
            <a:avLst/>
          </a:prstGeom>
          <a:solidFill>
            <a:srgbClr val="FEF2F2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72728" y="3099815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DC2626"/>
                </a:solidFill>
                <a:latin typeface="Noto Sans CJK KR"/>
              </a:rPr>
              <a:t>96.4%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58183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181B"/>
                </a:solidFill>
                <a:latin typeface="Noto Sans CJK KR"/>
              </a:rPr>
              <a:t>gpt-5.4 (closed)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758183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46120" y="3758183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9424" y="3758183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59424" y="3758183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72728" y="3758183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72728" y="3758183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16552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8181B"/>
                </a:solidFill>
                <a:latin typeface="Noto Sans CJK KR"/>
              </a:rPr>
              <a:t>gpt-5.4-mini (closed)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416552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4416552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59424" y="4416552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59424" y="4416552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72728" y="4416552"/>
            <a:ext cx="2685288" cy="548640"/>
          </a:xfrm>
          <a:prstGeom prst="rect">
            <a:avLst/>
          </a:prstGeom>
          <a:solidFill>
            <a:srgbClr val="F0FDF4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72728" y="4416552"/>
            <a:ext cx="268528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120640"/>
            <a:ext cx="11183112" cy="51206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" y="5120640"/>
            <a:ext cx="64008" cy="5120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" y="5175503"/>
            <a:ext cx="108173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8181B"/>
                </a:solidFill>
                <a:latin typeface="Noto Sans CJK KR"/>
              </a:rPr>
              <a:t>Open models: egress rises to 64.7% / 96.4% under trust-pressure, drops to 0.0% / 3.5% under safety-review   ·   Closed (Codex): 0% egress in every framing (boundary-respecting)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Key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Framing × model/runtime, more than the skill itself, drives egress behavior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artifacts/tier2_analysis/table1_model_condition_deep_summary.csv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RESULT · PAIRED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Safety-review suppresses, trust-pressure induces — even per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Same skill paired across framings (McNemar test)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540867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5408676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350008"/>
            <a:ext cx="49514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PAIRED BY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06040"/>
            <a:ext cx="4951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181B"/>
                </a:solidFill>
                <a:latin typeface="Noto Sans CJK KR"/>
              </a:rPr>
              <a:t>qwen3:1.7b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2004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Neutral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3236976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23160" y="3236976"/>
            <a:ext cx="199823" cy="237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1476" y="32004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97706"/>
                </a:solidFill>
                <a:latin typeface="Noto Sans CJK KR"/>
              </a:rPr>
              <a:t>8.2%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76732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Safety-review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803904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1476" y="37673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A34A"/>
                </a:solidFill>
                <a:latin typeface="Noto Sans CJK KR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342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Trust-pressure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4370832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3160" y="4370832"/>
            <a:ext cx="1576658" cy="23774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1476" y="433425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C2626"/>
                </a:solidFill>
                <a:latin typeface="Noto Sans CJK KR"/>
              </a:rPr>
              <a:t>64.7%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983480"/>
            <a:ext cx="49514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C2626"/>
                </a:solidFill>
                <a:latin typeface="Noto Sans CJK KR"/>
              </a:rPr>
              <a:t>Trust-pressure vs Safety-review: +64.7pp · McNemar p=5.55e-17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7356" y="2148840"/>
            <a:ext cx="5408676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77356" y="2148840"/>
            <a:ext cx="5408676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3388" y="2350008"/>
            <a:ext cx="49514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Noto Sans CJK KR"/>
              </a:rPr>
              <a:t>PAIRED BY 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3388" y="2606040"/>
            <a:ext cx="4951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181B"/>
                </a:solidFill>
                <a:latin typeface="Noto Sans CJK KR"/>
              </a:rPr>
              <a:t>qwen3:8b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3388" y="32004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Neutral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97596" y="3236976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97596" y="3236976"/>
            <a:ext cx="1403640" cy="237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25912" y="32004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97706"/>
                </a:solidFill>
                <a:latin typeface="Noto Sans CJK KR"/>
              </a:rPr>
              <a:t>57.6%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3388" y="376732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Safety-review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97596" y="3803904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97596" y="3803904"/>
            <a:ext cx="85290" cy="23774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25912" y="37673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A34A"/>
                </a:solidFill>
                <a:latin typeface="Noto Sans CJK KR"/>
              </a:rPr>
              <a:t>3.5%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3388" y="43342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Trust-pressure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97596" y="4370832"/>
            <a:ext cx="2436876" cy="237744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97596" y="4370832"/>
            <a:ext cx="2349148" cy="23774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25912" y="433425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C2626"/>
                </a:solidFill>
                <a:latin typeface="Noto Sans CJK KR"/>
              </a:rPr>
              <a:t>96.4%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3388" y="4983480"/>
            <a:ext cx="49514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C2626"/>
                </a:solidFill>
                <a:latin typeface="Noto Sans CJK KR"/>
              </a:rPr>
              <a:t>Trust-pressure vs Safety-review: +92.9pp · McNemar p=6.62e-24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Key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The safety-review prompt worked, but ‘verified marketplace’ trust pressure almost reversed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artifacts/tier2_analysis/table2_paired_condition_effects.csv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MECHANISM · INTERNAL DIRECTION (preliminary)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The framing effect also shows in the model's internal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Reconstructed Qwen3 as an HF white-box to measure per-layer execution−refusal direction — same direction as behavior</a:t>
            </a:r>
          </a:p>
        </p:txBody>
      </p:sp>
      <p:pic>
        <p:nvPicPr>
          <p:cNvPr id="6" name="Picture 5" descr="logit_lens_qwen3_1_7b_na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5532120" cy="3318608"/>
          </a:xfrm>
          <a:prstGeom prst="rect">
            <a:avLst/>
          </a:prstGeom>
        </p:spPr>
      </p:pic>
      <p:pic>
        <p:nvPicPr>
          <p:cNvPr id="7" name="Picture 6" descr="logit_lens_qwen3_8b_na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1" y="1920240"/>
            <a:ext cx="5532120" cy="33186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348576"/>
            <a:ext cx="11183112" cy="512064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5348576"/>
            <a:ext cx="64008" cy="5120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5403440"/>
            <a:ext cx="108173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8181B"/>
                </a:solidFill>
                <a:latin typeface="Noto Sans CJK KR"/>
              </a:rPr>
              <a:t>KEY READOUT   Safety-review → flips to refusal (−) in late layers · Trust-pressure → highest execution (+) · last-layer gap 1.7B +4.73 / 8B +5.67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952080"/>
            <a:ext cx="11183112" cy="475488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952080"/>
            <a:ext cx="64008" cy="47548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5997800"/>
            <a:ext cx="108173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7F1D1D"/>
                </a:solidFill>
                <a:latin typeface="Noto Sans CJK KR"/>
              </a:rPr>
              <a:t>LIMITATION   probe words overlap the framing prompts, so a last-layer lexical-echo contribution is possible — a paraphrase control is future work (supporting analysis)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experiment/analysis/logit_lens_qwen3/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MECHANISM · DETECTION–ACTION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181B"/>
                </a:solidFill>
                <a:latin typeface="Noto Sans CJK KR"/>
              </a:rPr>
              <a:t>Detection is not defense — action and egress must be gated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3F3F46"/>
                </a:solidFill>
                <a:latin typeface="Noto Sans CJK KR"/>
              </a:rPr>
              <a:t>Even after recognizing or reviewing the risk, execution kept going — a recurring mismatch</a:t>
            </a:r>
          </a:p>
        </p:txBody>
      </p:sp>
      <p:pic>
        <p:nvPicPr>
          <p:cNvPr id="6" name="Picture 5" descr="chart_detectio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6126480" cy="23931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03720" y="2011680"/>
            <a:ext cx="478231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03720" y="2011680"/>
            <a:ext cx="4782312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41464" y="2176272"/>
            <a:ext cx="43708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DC2626"/>
                </a:solidFill>
                <a:latin typeface="Noto Sans CJK KR"/>
              </a:rPr>
              <a:t>What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1464" y="250545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8" y="2505456"/>
            <a:ext cx="41330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8181B"/>
                </a:solidFill>
                <a:latin typeface="Noto Sans CJK KR"/>
              </a:rPr>
              <a:t>warning/review text alone does not stop command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1464" y="294436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2944368"/>
            <a:ext cx="41330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8181B"/>
                </a:solidFill>
                <a:latin typeface="Noto Sans CJK KR"/>
              </a:rPr>
              <a:t>for open models, silent network egress is the main failure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3621024"/>
            <a:ext cx="4782312" cy="1417320"/>
          </a:xfrm>
          <a:prstGeom prst="rect">
            <a:avLst/>
          </a:prstGeom>
          <a:solidFill>
            <a:srgbClr val="EFF6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03720" y="3621024"/>
            <a:ext cx="4782312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41464" y="3785615"/>
            <a:ext cx="43708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563EB"/>
                </a:solidFill>
                <a:latin typeface="Noto Sans CJK KR"/>
              </a:rPr>
              <a:t>Defense implication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1464" y="41148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4114800"/>
            <a:ext cx="41330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8181B"/>
                </a:solidFill>
                <a:latin typeface="Noto Sans CJK KR"/>
              </a:rPr>
              <a:t>self-guideline improves judgment but cannot enforce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455371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4553712"/>
            <a:ext cx="41330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8181B"/>
                </a:solidFill>
                <a:latin typeface="Noto Sans CJK KR"/>
              </a:rPr>
              <a:t>a proxy hook must hard-block at risky actions and egress 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Direction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Not a ‘better-explaining model’, but closed-loop control binding detection to action/egress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artifacts/tier2_analysis/DEEP_TIER2_ANALYSIS.md · table3/table4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3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71717A"/>
                </a:solidFill>
                <a:latin typeface="Noto Sans CJK KR"/>
              </a:rPr>
              <a:t>SUMMARY ·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8181B"/>
                </a:solidFill>
                <a:latin typeface="Noto Sans CJK KR"/>
              </a:rPr>
              <a:t>From the proposal's goal to concrete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261747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261747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2020824"/>
            <a:ext cx="22334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2563EB"/>
                </a:solidFill>
                <a:latin typeface="Noto Sans CJK KR"/>
              </a:rPr>
              <a:t>01 ·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386584"/>
            <a:ext cx="223342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Not plain PI — execution under 3 real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2004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200400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Neutral · Safety-review · Trust-pressure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76732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767328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real action·egress, not stated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433425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Noto Sans CJK KR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334256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1,019 execution sessions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8134" y="1783080"/>
            <a:ext cx="261747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58134" y="1783080"/>
            <a:ext cx="261747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77590" y="2020824"/>
            <a:ext cx="22334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97706"/>
                </a:solidFill>
                <a:latin typeface="Noto Sans CJK KR"/>
              </a:rPr>
              <a:t>02 ·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7590" y="2386584"/>
            <a:ext cx="223342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Realistic runtime + quantitative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7590" y="32004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97706"/>
                </a:solidFill>
                <a:latin typeface="Noto Sans CJK KR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8758" y="3200400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OpenCode/Codex · Docker 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7590" y="376732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97706"/>
                </a:solidFill>
                <a:latin typeface="Noto Sans CJK KR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8758" y="3767328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mock credentials + canary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7590" y="433425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97706"/>
                </a:solidFill>
                <a:latin typeface="Noto Sans CJK KR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8758" y="4334256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A/B/C staged metrics · fully open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3348" y="1783080"/>
            <a:ext cx="261747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3348" y="1783080"/>
            <a:ext cx="261747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2804" y="2020824"/>
            <a:ext cx="22334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C2626"/>
                </a:solidFill>
                <a:latin typeface="Noto Sans CJK KR"/>
              </a:rPr>
              <a:t>03 · Behavior↔Internal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2804" y="2386584"/>
            <a:ext cx="223342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Behavior aligned with model internals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2804" y="32004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C2626"/>
                </a:solidFill>
                <a:latin typeface="Noto Sans CJK KR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3972" y="3200400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framing egress effect (behavior)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2804" y="376732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C2626"/>
                </a:solidFill>
                <a:latin typeface="Noto Sans CJK KR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3972" y="3767328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logit-lens internal direction matches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2804" y="433425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DC2626"/>
                </a:solidFill>
                <a:latin typeface="Noto Sans CJK KR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3972" y="4334256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detection–action gap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68562" y="1783080"/>
            <a:ext cx="261747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068562" y="1783080"/>
            <a:ext cx="261747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88018" y="2020824"/>
            <a:ext cx="22334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6A34A"/>
                </a:solidFill>
                <a:latin typeface="Noto Sans CJK KR"/>
              </a:rPr>
              <a:t>04 · Defense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8018" y="2386584"/>
            <a:ext cx="223342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8181B"/>
                </a:solidFill>
                <a:latin typeface="Noto Sans CJK KR"/>
              </a:rPr>
              <a:t>Action/egress gating, proposed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8018" y="32004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A34A"/>
                </a:solidFill>
                <a:latin typeface="Noto Sans CJK KR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89186" y="3200400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warning text alone insufficient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8018" y="376732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A34A"/>
                </a:solidFill>
                <a:latin typeface="Noto Sans CJK KR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9186" y="3767328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self-guideline + proxy hook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8018" y="433425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A34A"/>
                </a:solidFill>
                <a:latin typeface="Noto Sans CJK KR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89186" y="4334256"/>
            <a:ext cx="205054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F3F46"/>
                </a:solidFill>
                <a:latin typeface="Noto Sans CJK KR"/>
              </a:rPr>
              <a:t>mid-skill / mid-tool-call gating (next)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053328"/>
            <a:ext cx="11183112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2920" y="6053328"/>
            <a:ext cx="6400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4088" y="6144768"/>
            <a:ext cx="10817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92400E"/>
                </a:solidFill>
                <a:latin typeface="Noto Sans CJK KR"/>
              </a:rPr>
              <a:t>Open · what's next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6327648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8181B"/>
                </a:solidFill>
                <a:latin typeface="Noto Sans CJK KR"/>
              </a:rPr>
              <a:t>All experiment process &amp; data are open — next: defenses that intervene mid-skill-use and mid-tool-call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656832"/>
            <a:ext cx="10058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71717A"/>
                </a:solidFill>
                <a:latin typeface="Liberation Mono"/>
              </a:rPr>
              <a:t>source: README.md · artifacts/README.md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84280" y="6638544"/>
            <a:ext cx="301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71717A"/>
                </a:solidFill>
                <a:latin typeface="Liberation Mon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1371</Words>
  <Application>Microsoft Macintosh PowerPoint</Application>
  <PresentationFormat>Custom</PresentationFormat>
  <Paragraphs>216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Liberation Mono</vt:lpstr>
      <vt:lpstr>Noto Sans CJK KR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임태인</cp:lastModifiedBy>
  <cp:revision>2</cp:revision>
  <dcterms:created xsi:type="dcterms:W3CDTF">2013-01-27T09:14:16Z</dcterms:created>
  <dcterms:modified xsi:type="dcterms:W3CDTF">2026-06-14T09:50:03Z</dcterms:modified>
  <cp:category/>
</cp:coreProperties>
</file>